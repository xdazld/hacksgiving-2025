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t>Team Name | Members</a:t>
            </a:r>
          </a:p>
          <a:p>
            <a:r>
              <a:t>Hacksgiving: A.I. for Good Hackathon</a:t>
            </a:r>
          </a:p>
          <a:p>
            <a:r>
              <a:t>Milwaukee School of Engineering | November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3258" y="6400801"/>
            <a:ext cx="25747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sz="1000"/>
              <a:t>MSOE Hacksgiving 2025 | Team [Team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Briefly describe the nonprofit partner's problem or need.</a:t>
            </a:r>
          </a:p>
          <a:p>
            <a:r>
              <a:rPr dirty="0"/>
              <a:t>• Explain why this challenge matters for the community.</a:t>
            </a:r>
          </a:p>
          <a:p>
            <a:r>
              <a:rPr dirty="0"/>
              <a:t>• Note any constraints, goals, or key requirements.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3258" y="6400801"/>
            <a:ext cx="25747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sz="1000"/>
              <a:t>MSOE Hacksgiving 2025 | Team [Team Name]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Summarize how your team approached the challenge.</a:t>
            </a:r>
          </a:p>
          <a:p>
            <a:r>
              <a:t>• Mention tools, data, and AI methods used.</a:t>
            </a:r>
          </a:p>
          <a:p>
            <a:r>
              <a:t>• Clarify scope and assumptions.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3258" y="6400801"/>
            <a:ext cx="25747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sz="1000"/>
              <a:t>MSOE Hacksgiving 2025 | Team [Team Name]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High-level description of your AI solution.</a:t>
            </a:r>
          </a:p>
          <a:p>
            <a:r>
              <a:t>• Include a system diagram or user flow if possible.</a:t>
            </a:r>
          </a:p>
          <a:p>
            <a:r>
              <a:t>• Describe how the components fit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3258" y="6400801"/>
            <a:ext cx="25747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sz="1000"/>
              <a:t>MSOE Hacksgiving 2025 | Team [Team Name]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/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 screenshots, prototypes, or short video snippets.</a:t>
            </a:r>
          </a:p>
          <a:p>
            <a:r>
              <a:t>• Describe a typical user interaction.</a:t>
            </a:r>
          </a:p>
          <a:p>
            <a:r>
              <a:t>• Emphasize community or nonprofit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3258" y="6400801"/>
            <a:ext cx="25747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sz="1000"/>
              <a:t>MSOE Hacksgiving 2025 | Team [Team Name]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outcomes or benefits result from your solution?</a:t>
            </a:r>
          </a:p>
          <a:p>
            <a:r>
              <a:t>• Who is helped, and how?</a:t>
            </a:r>
          </a:p>
          <a:p>
            <a:r>
              <a:t>• Address ethical, inclusive, or sustainability impacts.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3258" y="6400801"/>
            <a:ext cx="25747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sz="1000"/>
              <a:t>MSOE Hacksgiving 2025 | Team [Team Name]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challenges did you face and how did you solve them?</a:t>
            </a:r>
          </a:p>
          <a:p>
            <a:r>
              <a:t>• What did you learn as a team?</a:t>
            </a:r>
          </a:p>
          <a:p>
            <a:r>
              <a:t>• What would you improve or do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3258" y="6400801"/>
            <a:ext cx="25747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sz="1000"/>
              <a:t>MSOE Hacksgiving 2025 | Team [Team Name]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Acknowledge the nonprofit partner, mentors, and judges.</a:t>
            </a:r>
          </a:p>
          <a:p>
            <a:r>
              <a:t>• Include contact info or GitHub link.</a:t>
            </a:r>
          </a:p>
          <a:p>
            <a:r>
              <a:t>• Invite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3258" y="6400801"/>
            <a:ext cx="25747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rPr sz="1000"/>
              <a:t>MSOE Hacksgiving 2025 | Team [Team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38FF7272A15F4DA651704CC179C222" ma:contentTypeVersion="21" ma:contentTypeDescription="Create a new document." ma:contentTypeScope="" ma:versionID="45a71c02550ece1178e86c10b03bcf16">
  <xsd:schema xmlns:xsd="http://www.w3.org/2001/XMLSchema" xmlns:xs="http://www.w3.org/2001/XMLSchema" xmlns:p="http://schemas.microsoft.com/office/2006/metadata/properties" xmlns:ns2="875ca35f-1f90-42d7-be22-1f1827475124" xmlns:ns3="4b8d6291-7d3a-47fb-9464-827e5a8f3469" targetNamespace="http://schemas.microsoft.com/office/2006/metadata/properties" ma:root="true" ma:fieldsID="fa944e05b38c0b1301a43c7dee086532" ns2:_="" ns3:_="">
    <xsd:import namespace="875ca35f-1f90-42d7-be22-1f1827475124"/>
    <xsd:import namespace="4b8d6291-7d3a-47fb-9464-827e5a8f34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FileOrigi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5ca35f-1f90-42d7-be22-1f18274751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4a10208-d7fa-491d-867d-77e07dc86e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FileOrigin" ma:index="23" nillable="true" ma:displayName="File Origin" ma:format="Dropdown" ma:internalName="FileOrigin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8d6291-7d3a-47fb-9464-827e5a8f346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0bf44d7-3b6f-4e32-b037-7e1ec2e19881}" ma:internalName="TaxCatchAll" ma:showField="CatchAllData" ma:web="4b8d6291-7d3a-47fb-9464-827e5a8f34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ileOrigin xmlns="875ca35f-1f90-42d7-be22-1f1827475124" xsi:nil="true"/>
    <TaxCatchAll xmlns="4b8d6291-7d3a-47fb-9464-827e5a8f3469" xsi:nil="true"/>
    <lcf76f155ced4ddcb4097134ff3c332f xmlns="875ca35f-1f90-42d7-be22-1f18274751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2984539-57F9-42E3-A03D-0DA866EBF14A}"/>
</file>

<file path=customXml/itemProps2.xml><?xml version="1.0" encoding="utf-8"?>
<ds:datastoreItem xmlns:ds="http://schemas.openxmlformats.org/officeDocument/2006/customXml" ds:itemID="{D174ED55-3B40-4B86-8348-67E1109D8706}"/>
</file>

<file path=customXml/itemProps3.xml><?xml version="1.0" encoding="utf-8"?>
<ds:datastoreItem xmlns:ds="http://schemas.openxmlformats.org/officeDocument/2006/customXml" ds:itemID="{EF9AF7B2-45E6-4D60-AD8D-E91887BB8D1E}"/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308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Project Title</vt:lpstr>
      <vt:lpstr>The Challenge &amp; Context</vt:lpstr>
      <vt:lpstr>Our Approach</vt:lpstr>
      <vt:lpstr>Solution Overview</vt:lpstr>
      <vt:lpstr>Demonstration / Use Case</vt:lpstr>
      <vt:lpstr>Impact &amp; Benefits</vt:lpstr>
      <vt:lpstr>Lessons Learned &amp; Future Directions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Shalamova, Nadya</dc:creator>
  <cp:keywords/>
  <dc:description>generated using python-pptx</dc:description>
  <cp:lastModifiedBy>Shalamova, Nadya</cp:lastModifiedBy>
  <cp:revision>2</cp:revision>
  <dcterms:created xsi:type="dcterms:W3CDTF">2013-01-27T09:14:16Z</dcterms:created>
  <dcterms:modified xsi:type="dcterms:W3CDTF">2025-10-31T15:43:26Z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0x0101001738FF7272A15F4DA651704CC179C222</vt:lpwstr>
  </property>
</Properties>
</file>